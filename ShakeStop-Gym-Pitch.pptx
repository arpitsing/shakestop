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ctagon 3"/>
          <p:cNvSpPr/>
          <p:nvPr/>
        </p:nvSpPr>
        <p:spPr>
          <a:xfrm>
            <a:off x="2514600" y="1691640"/>
            <a:ext cx="1554480" cy="1554480"/>
          </a:xfrm>
          <a:prstGeom prst="octagon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27578" y="2273015"/>
            <a:ext cx="528523" cy="652881"/>
          </a:xfrm>
          <a:prstGeom prst="roundRect">
            <a:avLst/>
          </a:prstGeom>
          <a:solidFill>
            <a:srgbClr val="EB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65399" y="2119122"/>
            <a:ext cx="652881" cy="170992"/>
          </a:xfrm>
          <a:prstGeom prst="roundRect">
            <a:avLst/>
          </a:prstGeom>
          <a:solidFill>
            <a:srgbClr val="EB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27578" y="2488466"/>
            <a:ext cx="528523" cy="104461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3447288" y="1998805"/>
            <a:ext cx="248716" cy="120317"/>
          </a:xfrm>
          <a:prstGeom prst="bentConnector3">
            <a:avLst/>
          </a:prstGeom>
          <a:ln w="259080">
            <a:solidFill>
              <a:srgbClr val="979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0" y="214884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BFFE8"/>
                </a:solidFill>
                <a:latin typeface="Segoe UI"/>
              </a:rPr>
              <a:t>Shake</a:t>
            </a:r>
            <a:r>
              <a:rPr sz="5400" b="1">
                <a:solidFill>
                  <a:srgbClr val="5CFF33"/>
                </a:solidFill>
                <a:latin typeface="Segoe UI"/>
              </a:rPr>
              <a:t>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20040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AB09A"/>
                </a:solidFill>
                <a:latin typeface="Segoe UI"/>
              </a:rPr>
              <a:t>FRESH PROTEIN · ANYTIME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EBFFE8"/>
                </a:solidFill>
                <a:latin typeface="Segoe UI"/>
              </a:rPr>
              <a:t>Fresh protein shakes, right inside your gym.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983480"/>
            <a:ext cx="941832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9AB09A"/>
                </a:solidFill>
                <a:latin typeface="Segoe UI"/>
              </a:rPr>
              <a:t>A zero-effort, revenue-sharing partnership proposal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5715000"/>
            <a:ext cx="3931920" cy="548640"/>
          </a:xfrm>
          <a:prstGeom prst="roundRect">
            <a:avLst/>
          </a:prstGeom>
          <a:noFill/>
          <a:ln w="15875">
            <a:solidFill>
              <a:srgbClr val="5CF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77900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Prepared for  [ Gym Name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EBFFE8"/>
                </a:solidFill>
                <a:latin typeface="Segoe UI"/>
              </a:rPr>
              <a:t>After a workout, protein is a hassle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Members finish training wanting protein — but every option today has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3611880" cy="292608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6118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>
                <a:solidFill>
                  <a:srgbClr val="EBFFE8"/>
                </a:solidFill>
                <a:latin typeface="Segoe UI"/>
              </a:rPr>
              <a:t>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CFF33"/>
                </a:solidFill>
                <a:latin typeface="Segoe UI"/>
              </a:rPr>
              <a:t>Make it themselves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9768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Carrying a shaker, powder and cleaning up is inconvenient.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468880"/>
            <a:ext cx="3611880" cy="292608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8920"/>
            <a:ext cx="36118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>
                <a:solidFill>
                  <a:srgbClr val="EBFFE8"/>
                </a:solidFill>
                <a:latin typeface="Segoe UI"/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03320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CFF33"/>
                </a:solidFill>
                <a:latin typeface="Segoe UI"/>
              </a:rPr>
              <a:t>Buy a packaged drink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9768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Expensive, full of preservatives, and not freshly made.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468880"/>
            <a:ext cx="3611880" cy="292608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788920"/>
            <a:ext cx="36118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0">
                <a:solidFill>
                  <a:srgbClr val="EBFFE8"/>
                </a:solidFill>
                <a:latin typeface="Segoe UI"/>
              </a:rPr>
              <a:t>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703320"/>
            <a:ext cx="361188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CFF33"/>
                </a:solidFill>
                <a:latin typeface="Segoe UI"/>
              </a:rPr>
              <a:t>Leave the gym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97680"/>
            <a:ext cx="315468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They walk out to find a shake — losing time and spending elsewhere.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9792E3"/>
                </a:solidFill>
                <a:latin typeface="Segoe UI"/>
              </a:rPr>
              <a:t>The result: an unmet member need — and revenue walking out the door.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1556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A protein-shake vending machine — inside your gym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766560" cy="3291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EBFFE8"/>
                </a:solidFill>
                <a:latin typeface="Segoe UI"/>
              </a:rPr>
              <a:t>Members select a shake, pay digitally, and collect a </a:t>
            </a:r>
            <a:r>
              <a:rPr sz="1600" b="1">
                <a:solidFill>
                  <a:srgbClr val="5CFF33"/>
                </a:solidFill>
                <a:latin typeface="Segoe UI"/>
              </a:rPr>
              <a:t>freshly prepared</a:t>
            </a:r>
            <a:r>
              <a:rPr sz="1600" b="0">
                <a:solidFill>
                  <a:srgbClr val="EBFFE8"/>
                </a:solidFill>
                <a:latin typeface="Segoe UI"/>
              </a:rPr>
              <a:t> protein shake in minutes — without leaving the floor.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800" b="0">
                <a:solidFill>
                  <a:srgbClr val="9AB09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• Freshly blended on demand — not a packaged drink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• Multiple flavours + custom shakes, milk or water base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• 100% digital payment (UPI / card / wallet)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• Hygienic, sealed ingredient canisters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• Compact footprint — fits in a corner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37360"/>
            <a:ext cx="3291840" cy="4480560"/>
          </a:xfrm>
          <a:prstGeom prst="roundRect">
            <a:avLst/>
          </a:prstGeom>
          <a:solidFill>
            <a:srgbClr val="111A12"/>
          </a:solidFill>
          <a:ln w="15875">
            <a:solidFill>
              <a:srgbClr val="2B3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2743200" cy="502920"/>
          </a:xfrm>
          <a:prstGeom prst="round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075688"/>
            <a:ext cx="2743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B120C"/>
                </a:solidFill>
                <a:latin typeface="Segoe UI"/>
              </a:rPr>
              <a:t>ShakeStop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97480"/>
            <a:ext cx="2743200" cy="457200"/>
          </a:xfrm>
          <a:prstGeom prst="roundRect">
            <a:avLst/>
          </a:prstGeom>
          <a:solidFill>
            <a:srgbClr val="221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74320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AD · Partner brands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2743200" cy="1554480"/>
          </a:xfrm>
          <a:prstGeom prst="roundRect">
            <a:avLst/>
          </a:prstGeom>
          <a:solidFill>
            <a:srgbClr val="0A10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33832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CFF33"/>
                </a:solidFill>
                <a:latin typeface="Segoe UI"/>
              </a:rPr>
              <a:t>TOUCH TO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703320"/>
            <a:ext cx="27432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EBFFE8"/>
                </a:solidFill>
                <a:latin typeface="Segoe UI"/>
              </a:rPr>
              <a:t>🍫  🍓  🍦  ☕  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983480"/>
            <a:ext cx="2743200" cy="960120"/>
          </a:xfrm>
          <a:prstGeom prst="roundRect">
            <a:avLst/>
          </a:prstGeom>
          <a:solidFill>
            <a:srgbClr val="17110A"/>
          </a:solidFill>
          <a:ln w="12700">
            <a:solidFill>
              <a:srgbClr val="AFFC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34924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AFFC41"/>
                </a:solidFill>
                <a:latin typeface="Segoe UI"/>
              </a:rPr>
              <a:t>🥤  Collect your shake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From tap to sip in under 2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51760" cy="274320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B120C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4290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BFFE8"/>
                </a:solidFill>
                <a:latin typeface="Segoe UI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886200"/>
            <a:ext cx="2194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Member picks a flavour or builds a custom shake on the touchscreen.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5CFF33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286000"/>
            <a:ext cx="2651760" cy="274320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03320" y="2560320"/>
            <a:ext cx="685800" cy="685800"/>
          </a:xfrm>
          <a:prstGeom prst="ellipse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B120C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290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BFFE8"/>
                </a:solidFill>
                <a:latin typeface="Segoe UI"/>
              </a:rPr>
              <a:t>Pay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86200"/>
            <a:ext cx="2194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Instant digital payment — UPI, card or wallet. No cash, no queue.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5CFF33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651760" cy="274320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2560320"/>
            <a:ext cx="685800" cy="685800"/>
          </a:xfrm>
          <a:prstGeom prst="ellipse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B120C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290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BFFE8"/>
                </a:solidFill>
                <a:latin typeface="Segoe UI"/>
              </a:rPr>
              <a:t>Blend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2194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The machine freshly blends the shake from sealed ingredients.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383280"/>
            <a:ext cx="3657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5CFF33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286000"/>
            <a:ext cx="2651760" cy="274320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64040" y="2560320"/>
            <a:ext cx="685800" cy="685800"/>
          </a:xfrm>
          <a:prstGeom prst="ellipse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0B120C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42900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EBFFE8"/>
                </a:solidFill>
                <a:latin typeface="Segoe UI"/>
              </a:rPr>
              <a:t>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86200"/>
            <a:ext cx="2194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A fresh protein shake is dispensed in minutes. Done.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THE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Smart, hygienic, and built for gyms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13055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Two displays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53288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One for ordering, one for ads &amp; promotions.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4884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3055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8 sealed canisters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53288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3 protein flavours + milk, water, coffee, pre-workout, creatine.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4884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13055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Fresh, custom shakes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53288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Choose base (milk/water), add boosts, or build your 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9476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77647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100% digital 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17880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UPI / card / wallet — fully cashless &amp; tracked.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1188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79476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77647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Hygienic by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17880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Sealed ingredients, auto-dosing, easy-clean dispensing bay.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11880"/>
            <a:ext cx="3611880" cy="141732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79476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>
                <a:solidFill>
                  <a:srgbClr val="EBFFE8"/>
                </a:solidFill>
                <a:latin typeface="Segoe UI"/>
              </a:rPr>
              <a:t>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3776472"/>
            <a:ext cx="2514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5CFF33"/>
                </a:solidFill>
                <a:latin typeface="Segoe UI"/>
              </a:rPr>
              <a:t>Smart &amp; connected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4178808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Remote monitoring of stock, sales and health.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See the live interactive prototype:  </a:t>
            </a:r>
            <a:r>
              <a:rPr sz="1300" b="1">
                <a:solidFill>
                  <a:srgbClr val="5CFF33"/>
                </a:solidFill>
                <a:latin typeface="Segoe UI"/>
              </a:rPr>
              <a:t>arpitsing.github.io/shakestop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EFFORT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Virtually zero work for your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532120" cy="402336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5CFF33"/>
                </a:solidFill>
                <a:latin typeface="Segoe UI"/>
              </a:rPr>
              <a:t>✅  We handle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4937760" cy="3108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Machine supply &amp; installation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All ingredients (authentic whey)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Refilling &amp; stock management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Daily cleaning &amp; sanitisation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Servicing, repairs &amp; uptime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Payments, pricing &amp; support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Menu, branding &amp; promotions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349240" cy="4023360"/>
          </a:xfrm>
          <a:prstGeom prst="roundRect">
            <a:avLst/>
          </a:prstGeom>
          <a:solidFill>
            <a:srgbClr val="111A12"/>
          </a:solidFill>
          <a:ln w="12700">
            <a:solidFill>
              <a:srgbClr val="2B3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9792E3"/>
                </a:solidFill>
                <a:latin typeface="Segoe UI"/>
              </a:rPr>
              <a:t>🤝  Gym simply provides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7548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A small floor space (approx. 1 m²)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A standard power socket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• Wi-Fi (optional, for live monitoring)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617720"/>
            <a:ext cx="47548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9AB09A"/>
                </a:solidFill>
                <a:latin typeface="Segoe UI"/>
              </a:rPr>
              <a:t>No café to set up. No staff to hire. No inventory to manage. No capital investment.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You earn </a:t>
            </a:r>
            <a:r>
              <a:rPr sz="2800" b="1">
                <a:solidFill>
                  <a:srgbClr val="5CFF33"/>
                </a:solidFill>
                <a:latin typeface="Segoe UI"/>
              </a:rPr>
              <a:t>4% of every sale</a:t>
            </a:r>
            <a:r>
              <a:rPr sz="2800" b="1">
                <a:solidFill>
                  <a:srgbClr val="EBFFE8"/>
                </a:solidFill>
                <a:latin typeface="Segoe UI"/>
              </a:rPr>
              <a:t> — as pure passive income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9AB09A"/>
                </a:solidFill>
                <a:latin typeface="Segoe UI"/>
              </a:rPr>
              <a:t>No investment, no cost, no risk. We install and run it; you earn a share of gross sales, paid monthly.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651760"/>
            <a:ext cx="2377440" cy="2377440"/>
          </a:xfrm>
          <a:prstGeom prst="ellipse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0" b="1">
                <a:solidFill>
                  <a:srgbClr val="0B120C"/>
                </a:solidFill>
                <a:latin typeface="Segoe UI"/>
              </a:rPr>
              <a:t>4%</a:t>
            </a:r>
          </a:p>
          <a:p>
            <a:pPr algn="ctr"/>
            <a:r>
              <a:rPr sz="1300" b="1">
                <a:solidFill>
                  <a:srgbClr val="0B120C"/>
                </a:solidFill>
                <a:latin typeface="Segoe UI"/>
              </a:rPr>
              <a:t>of gross sales to the gym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194560"/>
            <a:ext cx="7863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9AB09A"/>
                </a:solidFill>
                <a:latin typeface="Segoe UI"/>
              </a:rPr>
              <a:t>Illustrative monthly earnings (example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514600"/>
            <a:ext cx="1737360" cy="713232"/>
          </a:xfrm>
          <a:prstGeom prst="rect">
            <a:avLst/>
          </a:prstGeom>
          <a:solidFill>
            <a:srgbClr val="9792E3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660904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BFFE8"/>
                </a:solidFill>
                <a:latin typeface="Segoe UI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399" y="2514600"/>
            <a:ext cx="1463040" cy="713232"/>
          </a:xfrm>
          <a:prstGeom prst="rect">
            <a:avLst/>
          </a:prstGeom>
          <a:solidFill>
            <a:srgbClr val="9792E3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399" y="2660904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BFFE8"/>
                </a:solidFill>
                <a:latin typeface="Segoe UI"/>
              </a:rPr>
              <a:t>Shakes /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39" y="2514600"/>
            <a:ext cx="1280160" cy="713232"/>
          </a:xfrm>
          <a:prstGeom prst="rect">
            <a:avLst/>
          </a:prstGeom>
          <a:solidFill>
            <a:srgbClr val="9792E3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39" y="2660904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BFFE8"/>
                </a:solidFill>
                <a:latin typeface="Segoe UI"/>
              </a:rPr>
              <a:t>Avg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2514600"/>
            <a:ext cx="1737360" cy="713232"/>
          </a:xfrm>
          <a:prstGeom prst="rect">
            <a:avLst/>
          </a:prstGeom>
          <a:solidFill>
            <a:srgbClr val="9792E3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660904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BFFE8"/>
                </a:solidFill>
                <a:latin typeface="Segoe UI"/>
              </a:rPr>
              <a:t>Monthly sales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59" y="2514600"/>
            <a:ext cx="1645920" cy="713232"/>
          </a:xfrm>
          <a:prstGeom prst="rect">
            <a:avLst/>
          </a:prstGeom>
          <a:solidFill>
            <a:srgbClr val="9792E3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59" y="2660904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BFFE8"/>
                </a:solidFill>
                <a:latin typeface="Segoe UI"/>
              </a:rPr>
              <a:t>Gym 4% / 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3227832"/>
            <a:ext cx="17373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3374136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EBFFE8"/>
                </a:solidFill>
                <a:latin typeface="Segoe UI"/>
              </a:rPr>
              <a:t>Conservative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399" y="3227832"/>
            <a:ext cx="146304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399" y="3374136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39" y="3227832"/>
            <a:ext cx="12801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39" y="3374136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599" y="3227832"/>
            <a:ext cx="17373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3374136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₹1,08,000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59" y="3227832"/>
            <a:ext cx="164592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3374136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5CFF33"/>
                </a:solidFill>
                <a:latin typeface="Segoe UI"/>
              </a:rPr>
              <a:t>₹4,320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3941064"/>
            <a:ext cx="1737360" cy="713232"/>
          </a:xfrm>
          <a:prstGeom prst="rect">
            <a:avLst/>
          </a:prstGeom>
          <a:solidFill>
            <a:srgbClr val="182418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39" y="4087368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EBFFE8"/>
                </a:solidFill>
                <a:latin typeface="Segoe UI"/>
              </a:rPr>
              <a:t>Moderate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399" y="3941064"/>
            <a:ext cx="1463040" cy="713232"/>
          </a:xfrm>
          <a:prstGeom prst="rect">
            <a:avLst/>
          </a:prstGeom>
          <a:solidFill>
            <a:srgbClr val="182418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399" y="4087368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50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39" y="3941064"/>
            <a:ext cx="1280160" cy="713232"/>
          </a:xfrm>
          <a:prstGeom prst="rect">
            <a:avLst/>
          </a:prstGeom>
          <a:solidFill>
            <a:srgbClr val="182418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39" y="4087368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₹120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9" y="3941064"/>
            <a:ext cx="1737360" cy="713232"/>
          </a:xfrm>
          <a:prstGeom prst="rect">
            <a:avLst/>
          </a:prstGeom>
          <a:solidFill>
            <a:srgbClr val="182418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4087368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₹1,80,000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59" y="3941064"/>
            <a:ext cx="1645920" cy="713232"/>
          </a:xfrm>
          <a:prstGeom prst="rect">
            <a:avLst/>
          </a:prstGeom>
          <a:solidFill>
            <a:srgbClr val="182418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66959" y="4087368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5CFF33"/>
                </a:solidFill>
                <a:latin typeface="Segoe UI"/>
              </a:rPr>
              <a:t>₹7,200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4654296"/>
            <a:ext cx="17373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49039" y="480060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EBFFE8"/>
                </a:solidFill>
                <a:latin typeface="Segoe UI"/>
              </a:rPr>
              <a:t>Busy gym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399" y="4654296"/>
            <a:ext cx="146304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399" y="4800600"/>
            <a:ext cx="1463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80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49439" y="4654296"/>
            <a:ext cx="12801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39" y="4800600"/>
            <a:ext cx="1280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₹120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599" y="4654296"/>
            <a:ext cx="173736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9" y="480060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EBFFE8"/>
                </a:solidFill>
                <a:latin typeface="Segoe UI"/>
              </a:rPr>
              <a:t>₹2,88,000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59" y="4654296"/>
            <a:ext cx="1645920" cy="713232"/>
          </a:xfrm>
          <a:prstGeom prst="rect">
            <a:avLst/>
          </a:prstGeom>
          <a:solidFill>
            <a:srgbClr val="111A12"/>
          </a:solidFill>
          <a:ln w="9525">
            <a:solidFill>
              <a:srgbClr val="0B12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66959" y="4800600"/>
            <a:ext cx="16459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5CFF33"/>
                </a:solidFill>
                <a:latin typeface="Segoe UI"/>
              </a:rPr>
              <a:t>₹11,520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5413248"/>
            <a:ext cx="7863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9AB09A"/>
                </a:solidFill>
                <a:latin typeface="Segoe UI"/>
              </a:rPr>
              <a:t>Figures are illustrative estimates; actuals depend on footfall &amp; menu. Paid monthly with a transparent sales dashboard.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WHY PARTNER WITH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A win for the gym, and for members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67128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4884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New passive income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87752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A fresh revenue stream with zero investment or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67128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14884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Better member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587752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A premium, modern amenity members love — boosts retention.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167128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148840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Competitive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587752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Stand out from nearby gyms with an in-house shake bar.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85032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867912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No overheads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06824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No staff, no inventory, no maintenance costs on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685032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88620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67912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Full 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306824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Live dashboard of sales and your monthly share.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85032"/>
            <a:ext cx="3611880" cy="14630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86200"/>
            <a:ext cx="7315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EBFFE8"/>
                </a:solidFill>
                <a:latin typeface="Segoe UI"/>
              </a:rPr>
              <a:t>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867912"/>
            <a:ext cx="2514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>
                <a:solidFill>
                  <a:srgbClr val="5CFF33"/>
                </a:solidFill>
                <a:latin typeface="Segoe UI"/>
              </a:rPr>
              <a:t>Flexible &amp; risk-free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4306824"/>
            <a:ext cx="25146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9AB09A"/>
                </a:solidFill>
                <a:latin typeface="Segoe UI"/>
              </a:rPr>
              <a:t>Simple agreement; we can remove the machine anytime.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5CFF33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BFFE8"/>
                </a:solidFill>
                <a:latin typeface="Segoe UI"/>
              </a:rPr>
              <a:t>Getting started is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9AB09A"/>
                </a:solidFill>
                <a:latin typeface="Segoe UI"/>
              </a:rPr>
              <a:t>A smooth, low-effort setup — we handle the heavy lifting.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2651760" cy="23774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651760" cy="109728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CFF33"/>
                </a:solidFill>
                <a:latin typeface="Segoe U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BFFE8"/>
                </a:solidFill>
                <a:latin typeface="Segoe UI"/>
              </a:rPr>
              <a:t>Site visit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We pick the best spot &amp; confirm power/space.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68880"/>
            <a:ext cx="2651760" cy="23774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468880"/>
            <a:ext cx="2651760" cy="109728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CFF33"/>
                </a:solidFill>
                <a:latin typeface="Segoe U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BFFE8"/>
                </a:solidFill>
                <a:latin typeface="Segoe UI"/>
              </a:rPr>
              <a:t>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Machine delivered, installed &amp; stocked — free.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468880"/>
            <a:ext cx="2651760" cy="23774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468880"/>
            <a:ext cx="2651760" cy="109728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432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CFF33"/>
                </a:solidFill>
                <a:latin typeface="Segoe U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BFFE8"/>
                </a:solidFill>
                <a:latin typeface="Segoe UI"/>
              </a:rPr>
              <a:t>Go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Members start ordering; you start earning 4%.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468880"/>
            <a:ext cx="2651760" cy="2377440"/>
          </a:xfrm>
          <a:prstGeom prst="roundRect">
            <a:avLst/>
          </a:prstGeom>
          <a:solidFill>
            <a:srgbClr val="18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2468880"/>
            <a:ext cx="2651760" cy="109728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5CFF33"/>
                </a:solidFill>
                <a:latin typeface="Segoe U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15468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EBFFE8"/>
                </a:solidFill>
                <a:latin typeface="Segoe UI"/>
              </a:rPr>
              <a:t>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657600"/>
            <a:ext cx="21945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Gather feedback and enhance the menu &amp; experience.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ctagon 3"/>
          <p:cNvSpPr/>
          <p:nvPr/>
        </p:nvSpPr>
        <p:spPr>
          <a:xfrm>
            <a:off x="5312664" y="1325880"/>
            <a:ext cx="1554480" cy="1554480"/>
          </a:xfrm>
          <a:prstGeom prst="octagon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25642" y="1907255"/>
            <a:ext cx="528523" cy="652881"/>
          </a:xfrm>
          <a:prstGeom prst="roundRect">
            <a:avLst/>
          </a:prstGeom>
          <a:solidFill>
            <a:srgbClr val="EB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763463" y="1753362"/>
            <a:ext cx="652881" cy="170992"/>
          </a:xfrm>
          <a:prstGeom prst="roundRect">
            <a:avLst/>
          </a:prstGeom>
          <a:solidFill>
            <a:srgbClr val="EB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25642" y="2122706"/>
            <a:ext cx="528523" cy="104461"/>
          </a:xfrm>
          <a:prstGeom prst="rect">
            <a:avLst/>
          </a:prstGeom>
          <a:solidFill>
            <a:srgbClr val="5CF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6245352" y="1633045"/>
            <a:ext cx="248716" cy="120317"/>
          </a:xfrm>
          <a:prstGeom prst="bentConnector3">
            <a:avLst/>
          </a:prstGeom>
          <a:ln w="259080">
            <a:solidFill>
              <a:srgbClr val="979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301752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BFFE8"/>
                </a:solidFill>
                <a:latin typeface="Segoe UI"/>
              </a:rPr>
              <a:t>Shake</a:t>
            </a:r>
            <a:r>
              <a:rPr sz="4000" b="1">
                <a:solidFill>
                  <a:srgbClr val="5CFF33"/>
                </a:solidFill>
                <a:latin typeface="Segoe UI"/>
              </a:rPr>
              <a:t>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0">
                <a:solidFill>
                  <a:srgbClr val="9AB09A"/>
                </a:solidFill>
                <a:latin typeface="Segoe UI"/>
              </a:rPr>
              <a:t>Fresh protein for your members. Passive income for your gym.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800" b="1">
                <a:solidFill>
                  <a:srgbClr val="5CFF33"/>
                </a:solidFill>
                <a:latin typeface="Segoe UI"/>
              </a:rPr>
              <a:t>Let's talk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400" b="0">
                <a:solidFill>
                  <a:srgbClr val="EBFFE8"/>
                </a:solidFill>
                <a:latin typeface="Segoe UI"/>
              </a:rPr>
              <a:t>Riya Singla   ·   9779337982   ·   singlariya2406@gmail.com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9AB09A"/>
                </a:solidFill>
                <a:latin typeface="Segoe UI"/>
              </a:rPr>
              <a:t>Live demo:  arpitsing.github.io/shakestop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B09A"/>
                </a:solidFill>
                <a:latin typeface="Segoe UI"/>
              </a:rPr>
              <a:t>ShakeStop  ·  Gym Partnership Proposal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>
                <a:solidFill>
                  <a:srgbClr val="9AB09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